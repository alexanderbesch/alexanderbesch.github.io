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03"/>
    <p:restoredTop sz="65211"/>
  </p:normalViewPr>
  <p:slideViewPr>
    <p:cSldViewPr snapToGrid="0">
      <p:cViewPr>
        <p:scale>
          <a:sx n="121" d="100"/>
          <a:sy n="121" d="100"/>
        </p:scale>
        <p:origin x="43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0E0DB0-4EE8-B749-B203-08398DD53642}" type="datetimeFigureOut">
              <a:rPr lang="en-US" smtClean="0"/>
              <a:t>12/22/24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3D969-9173-F644-A7A6-69732C3F5B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22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350"/>
              </a:lnSpc>
            </a:pP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https://</a:t>
            </a:r>
            <a:r>
              <a:rPr lang="en-US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www.google.com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url?sa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i&amp;url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=https%3A%2F%2Fwww.autodesk.com%2Fuk%2Fproducts%2Fautocad-electrical%2Ffeatures.electrical-schematic-design&amp;psig=AOvVaw0uuYwmpHEPgoq8scpHpcqi&amp;ust=1734956457803000&amp;source=</a:t>
            </a:r>
            <a:r>
              <a:rPr lang="en-US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images&amp;cd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vfe&amp;opi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=89978449&amp;ved=0CBcQjhxqFwoTCMiC9NKuu4oDFQAAAAAdAAAAABAP</a:t>
            </a:r>
          </a:p>
          <a:p>
            <a:pPr>
              <a:lnSpc>
                <a:spcPts val="1350"/>
              </a:lnSpc>
            </a:pPr>
            <a:b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Image address: https://</a:t>
            </a:r>
            <a:r>
              <a:rPr lang="en-US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www.autodesk.com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/content/dam/</a:t>
            </a:r>
            <a:r>
              <a:rPr lang="en-US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autodesk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/www/products/</a:t>
            </a:r>
            <a:r>
              <a:rPr lang="en-US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autocad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/fy21/toolsets/</a:t>
            </a:r>
            <a:r>
              <a:rPr lang="en-US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autocad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-electrical/images/autocad-electrical-toolset-large-1920x1050.jpg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3D969-9173-F644-A7A6-69732C3F5B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1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www.google.com</a:t>
            </a:r>
            <a:r>
              <a:rPr lang="en-US" dirty="0"/>
              <a:t>/</a:t>
            </a:r>
            <a:r>
              <a:rPr lang="en-US" dirty="0" err="1"/>
              <a:t>url?sa</a:t>
            </a:r>
            <a:r>
              <a:rPr lang="en-US" dirty="0"/>
              <a:t>=</a:t>
            </a:r>
            <a:r>
              <a:rPr lang="en-US" dirty="0" err="1"/>
              <a:t>i&amp;url</a:t>
            </a:r>
            <a:r>
              <a:rPr lang="en-US" dirty="0"/>
              <a:t>=https%3A%2F%2Fwww.autodesk.com%2Flearn%2Fondemand%2Fmodule%2Fautocad-electrical-essentials-3-schematic-wiring%2Funit%2F75gSG9J0EKERIaOG6mLfbm&amp;psig=AOvVaw3jhmRP88cUKqXBhNkt14JW&amp;ust=1734963799869000&amp;source=</a:t>
            </a:r>
            <a:r>
              <a:rPr lang="en-US" dirty="0" err="1"/>
              <a:t>images&amp;cd</a:t>
            </a:r>
            <a:r>
              <a:rPr lang="en-US" dirty="0"/>
              <a:t>=</a:t>
            </a:r>
            <a:r>
              <a:rPr lang="en-US" dirty="0" err="1"/>
              <a:t>vfe&amp;opi</a:t>
            </a:r>
            <a:r>
              <a:rPr lang="en-US" dirty="0"/>
              <a:t>=89978449&amp;ved=0CBcQjhxqFwoTCKDU6_7Ju4oDFQAAAAAdAAAAABAJ</a:t>
            </a:r>
          </a:p>
          <a:p>
            <a:endParaRPr lang="en-US" dirty="0"/>
          </a:p>
          <a:p>
            <a:r>
              <a:rPr lang="en-US" dirty="0"/>
              <a:t>Image address: https://</a:t>
            </a:r>
            <a:r>
              <a:rPr lang="en-US" dirty="0" err="1"/>
              <a:t>files.upskill-dev.autodesk.com</a:t>
            </a:r>
            <a:r>
              <a:rPr lang="en-US" dirty="0"/>
              <a:t>/public/</a:t>
            </a:r>
            <a:r>
              <a:rPr lang="en-US" dirty="0" err="1"/>
              <a:t>CSO_Content</a:t>
            </a:r>
            <a:r>
              <a:rPr lang="en-US" dirty="0"/>
              <a:t>/IMAGES/MEE-AE0003_1610993128_71.jpg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43D969-9173-F644-A7A6-69732C3F5B8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56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98FDF-C757-3E1D-20B1-6024F8DBA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D549C-AE75-03F1-4BEC-57DA9DECD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61541-4994-BB3E-2B2A-4F6B3AC90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327-4913-F949-AAA8-06780A0E03B8}" type="datetimeFigureOut">
              <a:rPr lang="en-US" smtClean="0"/>
              <a:t>12/22/24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4F2CE-35AC-740D-2AA2-4F1300430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E0F05-AA3D-5C3B-B4A2-DDEF28329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6D97-9040-8746-8DF8-6739C2AE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527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4FB34-772C-FCB9-FF8A-D2D7E0E71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072B1-7D17-FB7F-A171-A34BCF5B1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EAA37-A85B-B945-B5A8-3356F08AB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327-4913-F949-AAA8-06780A0E03B8}" type="datetimeFigureOut">
              <a:rPr lang="en-US" smtClean="0"/>
              <a:t>12/22/24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E3737-D5D1-9E37-62E7-4A682478B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CC3CE-BA94-94A8-3DF0-E75BC6D16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6D97-9040-8746-8DF8-6739C2AE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071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A137-50F9-4DBB-CE57-009E63B8F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1838-42B8-D3EE-C286-86F4FF5D4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1F79B0-3CEF-F95B-88F7-D44066160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327-4913-F949-AAA8-06780A0E03B8}" type="datetimeFigureOut">
              <a:rPr lang="en-US" smtClean="0"/>
              <a:t>12/22/24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BC7BB7-D0DA-EDB6-7C96-00FCBEF6B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A0B0D-8C23-6A00-61E2-2236F9ADF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6D97-9040-8746-8DF8-6739C2AE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496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87F87-0E0B-04A0-1AED-DD7BE2480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CDD90-FA91-9841-27DB-4B23CA38FD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A762DC-5F0F-5044-B1CD-8826F2173B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1B7D5-1FF0-D492-5486-36DEB28F5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327-4913-F949-AAA8-06780A0E03B8}" type="datetimeFigureOut">
              <a:rPr lang="en-US" smtClean="0"/>
              <a:t>12/22/24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202831-D43B-1CD0-B5CF-B6F8CB9A5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B8818-A452-4154-FBEE-8AB0F9D9C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6D97-9040-8746-8DF8-6739C2AE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82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6AB09-2322-1C11-B540-1FFB52365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51D738-BE73-F087-DA28-F8D385685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84B46D-1B33-C437-40B5-9DFA89468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3CF800-57B3-57EF-F203-C5CC87D51A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122857-A2E8-56F2-37D3-FF3E10F587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2BB273-EF22-D78A-5D00-3F9864CE9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327-4913-F949-AAA8-06780A0E03B8}" type="datetimeFigureOut">
              <a:rPr lang="en-US" smtClean="0"/>
              <a:t>12/22/24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0453CA-B7BE-F548-4D1B-5481B4C88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B3F851-496E-3309-9D35-6B23D13B5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6D97-9040-8746-8DF8-6739C2AE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006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1CDA-B2D7-439A-182E-FEF2D2129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2C4253-100B-9442-AC83-58C177004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327-4913-F949-AAA8-06780A0E03B8}" type="datetimeFigureOut">
              <a:rPr lang="en-US" smtClean="0"/>
              <a:t>12/22/24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5957DB-EAB6-B18F-F5D3-1CCE58716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EA5066-F2D3-E91A-F56A-BCDBC0ABC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6D97-9040-8746-8DF8-6739C2AE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684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1A26AC-6494-26F2-D288-57B7CF6DA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327-4913-F949-AAA8-06780A0E03B8}" type="datetimeFigureOut">
              <a:rPr lang="en-US" smtClean="0"/>
              <a:t>12/22/24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26E8A3-1178-BADB-0774-A338AEF42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881A6-170C-C5FA-E44D-6C149350D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6D97-9040-8746-8DF8-6739C2AE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991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21ACE-13A1-0F16-7BDD-77DB2683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098ED-E395-899A-6CB1-F101C9C06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9DE2DD-0634-C9E6-DC3E-A5C484C178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D08C2B-4A22-0ACD-46E4-0EDA111B0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327-4913-F949-AAA8-06780A0E03B8}" type="datetimeFigureOut">
              <a:rPr lang="en-US" smtClean="0"/>
              <a:t>12/22/24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66837F-3266-6D27-441B-053C97D00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04EF45-6ACA-9E07-C07D-6F77324BF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6D97-9040-8746-8DF8-6739C2AE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640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84794-AF7F-94F1-C290-A2BD88EFA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158C1E-F777-1AFA-60B4-E4102B5200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2209C-73CC-0EC4-B055-5862FA2890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3EC59-7753-CED0-0BB6-60447A31F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327-4913-F949-AAA8-06780A0E03B8}" type="datetimeFigureOut">
              <a:rPr lang="en-US" smtClean="0"/>
              <a:t>12/22/24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BF341-DF50-F59D-7564-DEBF838A3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E7CC08-ECC2-0FC3-5477-53953251E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6D97-9040-8746-8DF8-6739C2AE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23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09BC0-76B8-AC07-76E9-8C7D8C50B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F2E1A5-46CD-4890-5133-DB245C33E2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0647E9-74D6-971B-C440-EE4F1C97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327-4913-F949-AAA8-06780A0E03B8}" type="datetimeFigureOut">
              <a:rPr lang="en-US" smtClean="0"/>
              <a:t>12/22/24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2B8EB-6D32-6B00-7CE1-6F53CC591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5826B-2324-139D-5377-E0C75BA5C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6D97-9040-8746-8DF8-6739C2AE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232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6F9085-F0D7-033C-3C3C-CA16B6D3C7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A0BD5F-FC47-BC1A-055A-2DC973B28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4F482-449E-DEE3-094D-DD8EDB330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327-4913-F949-AAA8-06780A0E03B8}" type="datetimeFigureOut">
              <a:rPr lang="en-US" smtClean="0"/>
              <a:t>12/22/24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5CF8B-D81C-95AE-DD2E-A932A1DF1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6DAA9-36A9-E431-EBFB-A22CBA3C1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B6D97-9040-8746-8DF8-6739C2AE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848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8747C-A41B-3EFA-EE96-24FD91ECA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2585AD-E05D-3455-7BE7-25426E20F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9FC825-EB8B-B404-BBDA-82029A5B14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C7327-4913-F949-AAA8-06780A0E03B8}" type="datetimeFigureOut">
              <a:rPr lang="en-US" smtClean="0"/>
              <a:t>12/22/24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8DAA0-B164-4490-EF3F-B1871F674B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E2AF0B-B279-DC89-8B85-A995538F0E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3B6D97-9040-8746-8DF8-6739C2AE6C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9278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openclipart.org/detail/188817/pdf-icon-by-ousia-188817" TargetMode="External"/><Relationship Id="rId7" Type="http://schemas.openxmlformats.org/officeDocument/2006/relationships/image" Target="../media/image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ed rectangle with white text&#10;&#10;Description automatically generated">
            <a:extLst>
              <a:ext uri="{FF2B5EF4-FFF2-40B4-BE49-F238E27FC236}">
                <a16:creationId xmlns:a16="http://schemas.microsoft.com/office/drawing/2014/main" id="{90907F36-D630-2960-093C-7378ABA545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106675" y="2561635"/>
            <a:ext cx="638959" cy="867365"/>
          </a:xfrm>
          <a:prstGeom prst="rect">
            <a:avLst/>
          </a:prstGeom>
        </p:spPr>
      </p:pic>
      <p:pic>
        <p:nvPicPr>
          <p:cNvPr id="7" name="Graphic 6" descr="Images with solid fill">
            <a:extLst>
              <a:ext uri="{FF2B5EF4-FFF2-40B4-BE49-F238E27FC236}">
                <a16:creationId xmlns:a16="http://schemas.microsoft.com/office/drawing/2014/main" id="{87C727B4-2AA3-A709-1E6E-769CC3E15F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94955" y="2502974"/>
            <a:ext cx="914400" cy="914400"/>
          </a:xfrm>
          <a:prstGeom prst="rect">
            <a:avLst/>
          </a:prstGeom>
        </p:spPr>
      </p:pic>
      <p:pic>
        <p:nvPicPr>
          <p:cNvPr id="15" name="Graphic 14" descr="Eye Scan with solid fill">
            <a:extLst>
              <a:ext uri="{FF2B5EF4-FFF2-40B4-BE49-F238E27FC236}">
                <a16:creationId xmlns:a16="http://schemas.microsoft.com/office/drawing/2014/main" id="{03A246D5-C000-EF0F-01DD-9F835DAFBB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58675" y="2502974"/>
            <a:ext cx="914400" cy="914400"/>
          </a:xfrm>
          <a:prstGeom prst="rect">
            <a:avLst/>
          </a:prstGeom>
        </p:spPr>
      </p:pic>
      <p:pic>
        <p:nvPicPr>
          <p:cNvPr id="17" name="Graphic 16" descr="Clipboard All Crosses with solid fill">
            <a:extLst>
              <a:ext uri="{FF2B5EF4-FFF2-40B4-BE49-F238E27FC236}">
                <a16:creationId xmlns:a16="http://schemas.microsoft.com/office/drawing/2014/main" id="{D01F7E59-6345-7BCF-C2B5-BF26D55EC6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759433" y="2492754"/>
            <a:ext cx="914400" cy="914400"/>
          </a:xfrm>
          <a:prstGeom prst="rect">
            <a:avLst/>
          </a:prstGeom>
        </p:spPr>
      </p:pic>
      <p:pic>
        <p:nvPicPr>
          <p:cNvPr id="18" name="Picture 17" descr="A red rectangle with white text&#10;&#10;Description automatically generated">
            <a:extLst>
              <a:ext uri="{FF2B5EF4-FFF2-40B4-BE49-F238E27FC236}">
                <a16:creationId xmlns:a16="http://schemas.microsoft.com/office/drawing/2014/main" id="{92131F8D-569C-61E5-14F8-15C7743CD4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223151" y="2526490"/>
            <a:ext cx="638959" cy="867365"/>
          </a:xfrm>
          <a:prstGeom prst="rect">
            <a:avLst/>
          </a:prstGeom>
        </p:spPr>
      </p:pic>
      <p:pic>
        <p:nvPicPr>
          <p:cNvPr id="19" name="Graphic 18" descr="Eye Scan with solid fill">
            <a:extLst>
              <a:ext uri="{FF2B5EF4-FFF2-40B4-BE49-F238E27FC236}">
                <a16:creationId xmlns:a16="http://schemas.microsoft.com/office/drawing/2014/main" id="{C0E6A08A-73BF-7A9B-70C3-A7D75FA0EA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95713" y="2502974"/>
            <a:ext cx="914400" cy="914400"/>
          </a:xfrm>
          <a:prstGeom prst="rect">
            <a:avLst/>
          </a:prstGeom>
        </p:spPr>
      </p:pic>
      <p:pic>
        <p:nvPicPr>
          <p:cNvPr id="1026" name="Picture 2" descr="Elephant Detector Training Using Custom ...">
            <a:extLst>
              <a:ext uri="{FF2B5EF4-FFF2-40B4-BE49-F238E27FC236}">
                <a16:creationId xmlns:a16="http://schemas.microsoft.com/office/drawing/2014/main" id="{4F0764AF-667F-FFDB-49D5-3CD3CAD2C2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2395" y="2523175"/>
            <a:ext cx="1523998" cy="806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ight Arrow 19">
            <a:extLst>
              <a:ext uri="{FF2B5EF4-FFF2-40B4-BE49-F238E27FC236}">
                <a16:creationId xmlns:a16="http://schemas.microsoft.com/office/drawing/2014/main" id="{8094B3C8-8072-A2AF-46C7-80A554052434}"/>
              </a:ext>
            </a:extLst>
          </p:cNvPr>
          <p:cNvSpPr/>
          <p:nvPr/>
        </p:nvSpPr>
        <p:spPr>
          <a:xfrm>
            <a:off x="1857925" y="2851673"/>
            <a:ext cx="324740" cy="19656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Arrow 20">
            <a:extLst>
              <a:ext uri="{FF2B5EF4-FFF2-40B4-BE49-F238E27FC236}">
                <a16:creationId xmlns:a16="http://schemas.microsoft.com/office/drawing/2014/main" id="{B452BE2C-ED5C-F946-27E3-C43293FE5FD5}"/>
              </a:ext>
            </a:extLst>
          </p:cNvPr>
          <p:cNvSpPr/>
          <p:nvPr/>
        </p:nvSpPr>
        <p:spPr>
          <a:xfrm>
            <a:off x="3321645" y="2861889"/>
            <a:ext cx="324740" cy="19656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Arrow 21">
            <a:extLst>
              <a:ext uri="{FF2B5EF4-FFF2-40B4-BE49-F238E27FC236}">
                <a16:creationId xmlns:a16="http://schemas.microsoft.com/office/drawing/2014/main" id="{369E38B6-1ADE-00BF-B7E3-9AB88101BC86}"/>
              </a:ext>
            </a:extLst>
          </p:cNvPr>
          <p:cNvSpPr/>
          <p:nvPr/>
        </p:nvSpPr>
        <p:spPr>
          <a:xfrm>
            <a:off x="4785365" y="2851672"/>
            <a:ext cx="324740" cy="19656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925B6468-6119-98E2-2AD6-A814070F3519}"/>
              </a:ext>
            </a:extLst>
          </p:cNvPr>
          <p:cNvSpPr/>
          <p:nvPr/>
        </p:nvSpPr>
        <p:spPr>
          <a:xfrm>
            <a:off x="6858683" y="2851671"/>
            <a:ext cx="324740" cy="19656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9B264CC5-F990-878F-2FB8-0BCD17D80DC5}"/>
              </a:ext>
            </a:extLst>
          </p:cNvPr>
          <p:cNvSpPr/>
          <p:nvPr/>
        </p:nvSpPr>
        <p:spPr>
          <a:xfrm>
            <a:off x="8322403" y="2851670"/>
            <a:ext cx="324740" cy="19656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CAB2549D-8D3E-1232-CED5-A734E3CA404F}"/>
              </a:ext>
            </a:extLst>
          </p:cNvPr>
          <p:cNvSpPr/>
          <p:nvPr/>
        </p:nvSpPr>
        <p:spPr>
          <a:xfrm>
            <a:off x="9786123" y="2851669"/>
            <a:ext cx="324740" cy="196569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A97F336-C567-72DC-F915-164639461B8F}"/>
              </a:ext>
            </a:extLst>
          </p:cNvPr>
          <p:cNvSpPr txBox="1"/>
          <p:nvPr/>
        </p:nvSpPr>
        <p:spPr>
          <a:xfrm>
            <a:off x="1124790" y="3407154"/>
            <a:ext cx="602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PDF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ADCE8C-1402-2922-C911-5757C15E0E92}"/>
              </a:ext>
            </a:extLst>
          </p:cNvPr>
          <p:cNvSpPr txBox="1"/>
          <p:nvPr/>
        </p:nvSpPr>
        <p:spPr>
          <a:xfrm>
            <a:off x="2296581" y="3388799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Images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80B8F1-E2F8-CE7A-B970-859F11B56AA0}"/>
              </a:ext>
            </a:extLst>
          </p:cNvPr>
          <p:cNvSpPr txBox="1"/>
          <p:nvPr/>
        </p:nvSpPr>
        <p:spPr>
          <a:xfrm>
            <a:off x="3757049" y="3339922"/>
            <a:ext cx="91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OCR Extract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123072-9E20-5186-8229-CDA96DA23243}"/>
              </a:ext>
            </a:extLst>
          </p:cNvPr>
          <p:cNvSpPr txBox="1"/>
          <p:nvPr/>
        </p:nvSpPr>
        <p:spPr>
          <a:xfrm>
            <a:off x="5441736" y="3329707"/>
            <a:ext cx="1085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Find Linkages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AB19F5D-C9E5-A7CF-B6B7-BCBAF974EE95}"/>
              </a:ext>
            </a:extLst>
          </p:cNvPr>
          <p:cNvSpPr txBox="1"/>
          <p:nvPr/>
        </p:nvSpPr>
        <p:spPr>
          <a:xfrm>
            <a:off x="7210255" y="3329706"/>
            <a:ext cx="1085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Extract Linkages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DEC05A-F7D0-FC0F-652B-644CD312EA55}"/>
              </a:ext>
            </a:extLst>
          </p:cNvPr>
          <p:cNvSpPr txBox="1"/>
          <p:nvPr/>
        </p:nvSpPr>
        <p:spPr>
          <a:xfrm>
            <a:off x="8673975" y="3329705"/>
            <a:ext cx="1085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Verify Data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6194C7-FA0E-8565-73D7-0D2C694CF055}"/>
              </a:ext>
            </a:extLst>
          </p:cNvPr>
          <p:cNvSpPr txBox="1"/>
          <p:nvPr/>
        </p:nvSpPr>
        <p:spPr>
          <a:xfrm>
            <a:off x="10085431" y="3339922"/>
            <a:ext cx="914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Export Data</a:t>
            </a:r>
          </a:p>
        </p:txBody>
      </p:sp>
    </p:spTree>
    <p:extLst>
      <p:ext uri="{BB962C8B-B14F-4D97-AF65-F5344CB8AC3E}">
        <p14:creationId xmlns:p14="http://schemas.microsoft.com/office/powerpoint/2010/main" val="3119342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A5C30-8C8E-B9C5-AA83-F562ACA4F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EB3A65-3BBE-67AC-FEDE-54633C0DB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150" y="3308350"/>
            <a:ext cx="139700" cy="241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0DF1E9-91A6-5950-C4CC-A87688B2F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550" y="3460750"/>
            <a:ext cx="139700" cy="2413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A0A5EA15-104B-FF56-5838-8759081AFF9B}"/>
              </a:ext>
            </a:extLst>
          </p:cNvPr>
          <p:cNvGrpSpPr/>
          <p:nvPr/>
        </p:nvGrpSpPr>
        <p:grpSpPr>
          <a:xfrm>
            <a:off x="-1090246" y="-619357"/>
            <a:ext cx="10670228" cy="6782765"/>
            <a:chOff x="0" y="75235"/>
            <a:chExt cx="10670228" cy="6782765"/>
          </a:xfrm>
        </p:grpSpPr>
        <p:pic>
          <p:nvPicPr>
            <p:cNvPr id="9" name="Picture 8" descr="A diagram of a computer system&#10;&#10;Description automatically generated with medium confidence">
              <a:extLst>
                <a:ext uri="{FF2B5EF4-FFF2-40B4-BE49-F238E27FC236}">
                  <a16:creationId xmlns:a16="http://schemas.microsoft.com/office/drawing/2014/main" id="{C1357887-F7EB-7341-6329-9105DB139B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75235"/>
              <a:ext cx="10670228" cy="6782765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B00B58-29EF-6564-D143-E3B51391CD2B}"/>
                </a:ext>
              </a:extLst>
            </p:cNvPr>
            <p:cNvSpPr/>
            <p:nvPr/>
          </p:nvSpPr>
          <p:spPr>
            <a:xfrm>
              <a:off x="7338646" y="4123592"/>
              <a:ext cx="2793407" cy="10542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56863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6CD0C-354B-254B-C573-876DEC6B4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B91F0BEF-D01E-F74B-203B-055FB3396768}"/>
              </a:ext>
            </a:extLst>
          </p:cNvPr>
          <p:cNvGrpSpPr/>
          <p:nvPr/>
        </p:nvGrpSpPr>
        <p:grpSpPr>
          <a:xfrm>
            <a:off x="0" y="75235"/>
            <a:ext cx="10670228" cy="6782765"/>
            <a:chOff x="0" y="75235"/>
            <a:chExt cx="10670228" cy="6782765"/>
          </a:xfrm>
        </p:grpSpPr>
        <p:pic>
          <p:nvPicPr>
            <p:cNvPr id="5" name="Picture 4" descr="A diagram of a computer system&#10;&#10;Description automatically generated with medium confidence">
              <a:extLst>
                <a:ext uri="{FF2B5EF4-FFF2-40B4-BE49-F238E27FC236}">
                  <a16:creationId xmlns:a16="http://schemas.microsoft.com/office/drawing/2014/main" id="{B8333287-4E7A-21AF-8A3D-6A18719BD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5235"/>
              <a:ext cx="10670228" cy="678276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4B1BDB4-A2AC-F80D-BF86-D8720A3B5876}"/>
                </a:ext>
              </a:extLst>
            </p:cNvPr>
            <p:cNvSpPr/>
            <p:nvPr/>
          </p:nvSpPr>
          <p:spPr>
            <a:xfrm>
              <a:off x="7761063" y="5720901"/>
              <a:ext cx="2793407" cy="10542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E170C3F-D58A-1E1E-56B3-8305BE47B10E}"/>
              </a:ext>
            </a:extLst>
          </p:cNvPr>
          <p:cNvGrpSpPr/>
          <p:nvPr/>
        </p:nvGrpSpPr>
        <p:grpSpPr>
          <a:xfrm>
            <a:off x="0" y="76459"/>
            <a:ext cx="10670228" cy="6782765"/>
            <a:chOff x="0" y="75235"/>
            <a:chExt cx="10670228" cy="6782765"/>
          </a:xfrm>
        </p:grpSpPr>
        <p:pic>
          <p:nvPicPr>
            <p:cNvPr id="26" name="Picture 25" descr="A diagram of a computer system&#10;&#10;Description automatically generated with medium confidence">
              <a:extLst>
                <a:ext uri="{FF2B5EF4-FFF2-40B4-BE49-F238E27FC236}">
                  <a16:creationId xmlns:a16="http://schemas.microsoft.com/office/drawing/2014/main" id="{D3A0100B-2412-4E35-6ECF-4B13B3432A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75235"/>
              <a:ext cx="10670228" cy="6782765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15FD4B3-DD63-D926-56E8-1A397374DAD3}"/>
                </a:ext>
              </a:extLst>
            </p:cNvPr>
            <p:cNvSpPr/>
            <p:nvPr/>
          </p:nvSpPr>
          <p:spPr>
            <a:xfrm>
              <a:off x="7761063" y="5720901"/>
              <a:ext cx="2793407" cy="10542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22B05CF-8383-7162-E751-86D6039C5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6150" y="3383585"/>
            <a:ext cx="139700" cy="241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C27C748-C45B-A48C-C94A-53D7BDE7E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8550" y="3535985"/>
            <a:ext cx="139700" cy="2413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C150F8E-1CCB-4B9A-B46F-52663733C4D0}"/>
              </a:ext>
            </a:extLst>
          </p:cNvPr>
          <p:cNvSpPr/>
          <p:nvPr/>
        </p:nvSpPr>
        <p:spPr>
          <a:xfrm>
            <a:off x="590081" y="381536"/>
            <a:ext cx="247744" cy="274771"/>
          </a:xfrm>
          <a:prstGeom prst="rect">
            <a:avLst/>
          </a:prstGeom>
          <a:solidFill>
            <a:srgbClr val="00B05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7CCE16-B45F-F8F0-E16F-A34B978D4935}"/>
              </a:ext>
            </a:extLst>
          </p:cNvPr>
          <p:cNvSpPr/>
          <p:nvPr/>
        </p:nvSpPr>
        <p:spPr>
          <a:xfrm>
            <a:off x="4823497" y="760442"/>
            <a:ext cx="247744" cy="179426"/>
          </a:xfrm>
          <a:prstGeom prst="rect">
            <a:avLst/>
          </a:prstGeom>
          <a:solidFill>
            <a:srgbClr val="00B05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C81919-D10A-33F2-D6AF-48A27265273B}"/>
              </a:ext>
            </a:extLst>
          </p:cNvPr>
          <p:cNvSpPr/>
          <p:nvPr/>
        </p:nvSpPr>
        <p:spPr>
          <a:xfrm>
            <a:off x="4823497" y="1868000"/>
            <a:ext cx="283304" cy="179426"/>
          </a:xfrm>
          <a:prstGeom prst="rect">
            <a:avLst/>
          </a:prstGeom>
          <a:solidFill>
            <a:srgbClr val="00B05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679258-3E6C-8FC2-6513-D18C28C00384}"/>
              </a:ext>
            </a:extLst>
          </p:cNvPr>
          <p:cNvSpPr/>
          <p:nvPr/>
        </p:nvSpPr>
        <p:spPr>
          <a:xfrm>
            <a:off x="837825" y="350004"/>
            <a:ext cx="247744" cy="306303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A4E32A-D609-2B13-5B00-A4107DEBB29A}"/>
              </a:ext>
            </a:extLst>
          </p:cNvPr>
          <p:cNvSpPr/>
          <p:nvPr/>
        </p:nvSpPr>
        <p:spPr>
          <a:xfrm>
            <a:off x="1521772" y="3894995"/>
            <a:ext cx="550266" cy="183713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D34F49-1C61-3C42-7F96-9A60B8AC2A87}"/>
              </a:ext>
            </a:extLst>
          </p:cNvPr>
          <p:cNvSpPr/>
          <p:nvPr/>
        </p:nvSpPr>
        <p:spPr>
          <a:xfrm>
            <a:off x="1397899" y="4705934"/>
            <a:ext cx="637275" cy="179426"/>
          </a:xfrm>
          <a:prstGeom prst="rect">
            <a:avLst/>
          </a:prstGeom>
          <a:solidFill>
            <a:srgbClr val="00B05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3677215-EEF7-C625-AEC9-D8EEADBEF7E7}"/>
              </a:ext>
            </a:extLst>
          </p:cNvPr>
          <p:cNvSpPr/>
          <p:nvPr/>
        </p:nvSpPr>
        <p:spPr>
          <a:xfrm>
            <a:off x="1397898" y="4881315"/>
            <a:ext cx="674139" cy="143746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826896-CFA8-4303-7966-AA252C494DC1}"/>
              </a:ext>
            </a:extLst>
          </p:cNvPr>
          <p:cNvSpPr/>
          <p:nvPr/>
        </p:nvSpPr>
        <p:spPr>
          <a:xfrm>
            <a:off x="4823497" y="3001675"/>
            <a:ext cx="247744" cy="131276"/>
          </a:xfrm>
          <a:prstGeom prst="rect">
            <a:avLst/>
          </a:prstGeom>
          <a:solidFill>
            <a:srgbClr val="00B05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AD1550-47A5-4144-E550-E77100CD99A4}"/>
              </a:ext>
            </a:extLst>
          </p:cNvPr>
          <p:cNvSpPr/>
          <p:nvPr/>
        </p:nvSpPr>
        <p:spPr>
          <a:xfrm>
            <a:off x="8104762" y="760442"/>
            <a:ext cx="247744" cy="144730"/>
          </a:xfrm>
          <a:prstGeom prst="rect">
            <a:avLst/>
          </a:prstGeom>
          <a:solidFill>
            <a:srgbClr val="00B05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CD7AE4-6316-953A-AE95-84F505F6EAA5}"/>
              </a:ext>
            </a:extLst>
          </p:cNvPr>
          <p:cNvSpPr/>
          <p:nvPr/>
        </p:nvSpPr>
        <p:spPr>
          <a:xfrm>
            <a:off x="590081" y="6116963"/>
            <a:ext cx="221922" cy="225722"/>
          </a:xfrm>
          <a:prstGeom prst="rect">
            <a:avLst/>
          </a:prstGeom>
          <a:solidFill>
            <a:srgbClr val="00B05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C344B7-FEBD-7E3E-5310-AAA781FB24B2}"/>
              </a:ext>
            </a:extLst>
          </p:cNvPr>
          <p:cNvSpPr/>
          <p:nvPr/>
        </p:nvSpPr>
        <p:spPr>
          <a:xfrm>
            <a:off x="822701" y="6080779"/>
            <a:ext cx="273944" cy="306303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4D3BBF-4AEF-D30D-AA2D-0F2F7F5A9FB7}"/>
              </a:ext>
            </a:extLst>
          </p:cNvPr>
          <p:cNvSpPr/>
          <p:nvPr/>
        </p:nvSpPr>
        <p:spPr>
          <a:xfrm>
            <a:off x="6636452" y="381535"/>
            <a:ext cx="317814" cy="274771"/>
          </a:xfrm>
          <a:prstGeom prst="rect">
            <a:avLst/>
          </a:prstGeom>
          <a:solidFill>
            <a:srgbClr val="00B05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56994A-C613-D16B-0F1A-A13A4EF8FE80}"/>
              </a:ext>
            </a:extLst>
          </p:cNvPr>
          <p:cNvSpPr/>
          <p:nvPr/>
        </p:nvSpPr>
        <p:spPr>
          <a:xfrm>
            <a:off x="6919946" y="257435"/>
            <a:ext cx="283494" cy="447720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0A13837-1145-F48F-9114-D16CAA6BE211}"/>
              </a:ext>
            </a:extLst>
          </p:cNvPr>
          <p:cNvSpPr/>
          <p:nvPr/>
        </p:nvSpPr>
        <p:spPr>
          <a:xfrm>
            <a:off x="4823497" y="4138878"/>
            <a:ext cx="283304" cy="179426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40DFC9-624E-9C46-E0C2-4758EC7EE2EE}"/>
              </a:ext>
            </a:extLst>
          </p:cNvPr>
          <p:cNvSpPr/>
          <p:nvPr/>
        </p:nvSpPr>
        <p:spPr>
          <a:xfrm>
            <a:off x="7426842" y="4866301"/>
            <a:ext cx="334222" cy="179426"/>
          </a:xfrm>
          <a:prstGeom prst="rect">
            <a:avLst/>
          </a:prstGeom>
          <a:solidFill>
            <a:srgbClr val="00B05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0C5815-CF4B-BA4C-03C0-66A0574E1074}"/>
              </a:ext>
            </a:extLst>
          </p:cNvPr>
          <p:cNvSpPr/>
          <p:nvPr/>
        </p:nvSpPr>
        <p:spPr>
          <a:xfrm>
            <a:off x="6641721" y="6080779"/>
            <a:ext cx="317815" cy="350868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B762AE-7A44-1F86-3733-25AD6426EA98}"/>
              </a:ext>
            </a:extLst>
          </p:cNvPr>
          <p:cNvSpPr/>
          <p:nvPr/>
        </p:nvSpPr>
        <p:spPr>
          <a:xfrm>
            <a:off x="6926363" y="6043597"/>
            <a:ext cx="317815" cy="388050"/>
          </a:xfrm>
          <a:prstGeom prst="rect">
            <a:avLst/>
          </a:prstGeom>
          <a:solidFill>
            <a:srgbClr val="00B05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069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utoCAD Electrical Toolset | Electrical Design Software | Autodesk">
            <a:extLst>
              <a:ext uri="{FF2B5EF4-FFF2-40B4-BE49-F238E27FC236}">
                <a16:creationId xmlns:a16="http://schemas.microsoft.com/office/drawing/2014/main" id="{8609CECD-CCAF-C5DB-B412-3B303FF16C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3473" t="13968" r="14028" b="8571"/>
          <a:stretch/>
        </p:blipFill>
        <p:spPr bwMode="auto">
          <a:xfrm>
            <a:off x="2032000" y="931333"/>
            <a:ext cx="7620000" cy="5164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7537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diagram&#10;&#10;Description automatically generated">
            <a:extLst>
              <a:ext uri="{FF2B5EF4-FFF2-40B4-BE49-F238E27FC236}">
                <a16:creationId xmlns:a16="http://schemas.microsoft.com/office/drawing/2014/main" id="{6AAA4B06-04E8-1D27-536D-DCE6416704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844550"/>
            <a:ext cx="7620000" cy="516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990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216B0-17AE-C613-5B74-7217F5A4A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mputer&#10;&#10;Description automatically generated with medium confidence">
            <a:extLst>
              <a:ext uri="{FF2B5EF4-FFF2-40B4-BE49-F238E27FC236}">
                <a16:creationId xmlns:a16="http://schemas.microsoft.com/office/drawing/2014/main" id="{10D1CA66-8BDD-6CD5-5608-A1990D850D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844550"/>
            <a:ext cx="7620000" cy="516890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EFA6E88-19C2-1259-8A77-5A0E1FB7CD52}"/>
              </a:ext>
            </a:extLst>
          </p:cNvPr>
          <p:cNvCxnSpPr>
            <a:cxnSpLocks/>
          </p:cNvCxnSpPr>
          <p:nvPr/>
        </p:nvCxnSpPr>
        <p:spPr>
          <a:xfrm>
            <a:off x="2794000" y="2368550"/>
            <a:ext cx="120369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DC61694-4290-4B0E-7EB7-E7418490EB00}"/>
              </a:ext>
            </a:extLst>
          </p:cNvPr>
          <p:cNvCxnSpPr>
            <a:cxnSpLocks/>
          </p:cNvCxnSpPr>
          <p:nvPr/>
        </p:nvCxnSpPr>
        <p:spPr>
          <a:xfrm>
            <a:off x="2794000" y="2593975"/>
            <a:ext cx="1306400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0FB060B-1CB4-7E68-566D-502BE6900FC7}"/>
              </a:ext>
            </a:extLst>
          </p:cNvPr>
          <p:cNvCxnSpPr>
            <a:cxnSpLocks/>
          </p:cNvCxnSpPr>
          <p:nvPr/>
        </p:nvCxnSpPr>
        <p:spPr>
          <a:xfrm flipH="1">
            <a:off x="4321175" y="2368550"/>
            <a:ext cx="6826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C0A883F-B19B-D3F7-7121-B558196A3E6E}"/>
              </a:ext>
            </a:extLst>
          </p:cNvPr>
          <p:cNvCxnSpPr>
            <a:cxnSpLocks/>
          </p:cNvCxnSpPr>
          <p:nvPr/>
        </p:nvCxnSpPr>
        <p:spPr>
          <a:xfrm>
            <a:off x="4168775" y="2593550"/>
            <a:ext cx="835025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82B2792-53F8-2EDF-5F99-35EB3337B218}"/>
              </a:ext>
            </a:extLst>
          </p:cNvPr>
          <p:cNvCxnSpPr>
            <a:cxnSpLocks/>
          </p:cNvCxnSpPr>
          <p:nvPr/>
        </p:nvCxnSpPr>
        <p:spPr>
          <a:xfrm>
            <a:off x="2794000" y="2821975"/>
            <a:ext cx="1306400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0C2FFC0-279A-CAB9-2789-48C315F598F8}"/>
              </a:ext>
            </a:extLst>
          </p:cNvPr>
          <p:cNvCxnSpPr>
            <a:cxnSpLocks/>
          </p:cNvCxnSpPr>
          <p:nvPr/>
        </p:nvCxnSpPr>
        <p:spPr>
          <a:xfrm>
            <a:off x="4168775" y="2821550"/>
            <a:ext cx="835025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1B7401F-D063-BC90-047C-AF974C41AB5B}"/>
              </a:ext>
            </a:extLst>
          </p:cNvPr>
          <p:cNvCxnSpPr>
            <a:cxnSpLocks/>
          </p:cNvCxnSpPr>
          <p:nvPr/>
        </p:nvCxnSpPr>
        <p:spPr>
          <a:xfrm>
            <a:off x="3108325" y="3490595"/>
            <a:ext cx="1895475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DD5D81-8B6A-85B0-6ADD-1BD8BB4F18A4}"/>
              </a:ext>
            </a:extLst>
          </p:cNvPr>
          <p:cNvCxnSpPr>
            <a:cxnSpLocks/>
          </p:cNvCxnSpPr>
          <p:nvPr/>
        </p:nvCxnSpPr>
        <p:spPr>
          <a:xfrm>
            <a:off x="3086100" y="3716020"/>
            <a:ext cx="1895475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8544118-786F-FD97-334F-E8ECD0357A63}"/>
              </a:ext>
            </a:extLst>
          </p:cNvPr>
          <p:cNvCxnSpPr>
            <a:cxnSpLocks/>
          </p:cNvCxnSpPr>
          <p:nvPr/>
        </p:nvCxnSpPr>
        <p:spPr>
          <a:xfrm>
            <a:off x="3086100" y="3944620"/>
            <a:ext cx="1895475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C1586B2-472B-C4B9-7777-56CDA9378250}"/>
              </a:ext>
            </a:extLst>
          </p:cNvPr>
          <p:cNvCxnSpPr>
            <a:cxnSpLocks/>
          </p:cNvCxnSpPr>
          <p:nvPr/>
        </p:nvCxnSpPr>
        <p:spPr>
          <a:xfrm>
            <a:off x="3108325" y="4165600"/>
            <a:ext cx="9175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DB5D440-0A6E-344E-A2E9-52D73A0C5FB7}"/>
              </a:ext>
            </a:extLst>
          </p:cNvPr>
          <p:cNvCxnSpPr>
            <a:cxnSpLocks/>
          </p:cNvCxnSpPr>
          <p:nvPr/>
        </p:nvCxnSpPr>
        <p:spPr>
          <a:xfrm flipH="1">
            <a:off x="4276725" y="4165600"/>
            <a:ext cx="7270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57189E6-5521-03E0-548C-E31EC3325F77}"/>
              </a:ext>
            </a:extLst>
          </p:cNvPr>
          <p:cNvCxnSpPr>
            <a:cxnSpLocks/>
          </p:cNvCxnSpPr>
          <p:nvPr/>
        </p:nvCxnSpPr>
        <p:spPr>
          <a:xfrm>
            <a:off x="3108325" y="4389120"/>
            <a:ext cx="1895475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3052897-91A5-14E4-2936-15F8D6933C70}"/>
              </a:ext>
            </a:extLst>
          </p:cNvPr>
          <p:cNvCxnSpPr>
            <a:cxnSpLocks/>
          </p:cNvCxnSpPr>
          <p:nvPr/>
        </p:nvCxnSpPr>
        <p:spPr>
          <a:xfrm>
            <a:off x="6615789" y="4836876"/>
            <a:ext cx="610511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42205E2-654D-28B9-34B9-CF3F025ECE29}"/>
              </a:ext>
            </a:extLst>
          </p:cNvPr>
          <p:cNvCxnSpPr>
            <a:cxnSpLocks/>
          </p:cNvCxnSpPr>
          <p:nvPr/>
        </p:nvCxnSpPr>
        <p:spPr>
          <a:xfrm>
            <a:off x="6220772" y="1925589"/>
            <a:ext cx="234003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D244797-A601-ABFC-FBE0-72D287437135}"/>
              </a:ext>
            </a:extLst>
          </p:cNvPr>
          <p:cNvCxnSpPr/>
          <p:nvPr/>
        </p:nvCxnSpPr>
        <p:spPr>
          <a:xfrm>
            <a:off x="6530064" y="1930115"/>
            <a:ext cx="6064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7479309-A4E3-DD81-2CAB-F0F04475AC66}"/>
              </a:ext>
            </a:extLst>
          </p:cNvPr>
          <p:cNvCxnSpPr>
            <a:cxnSpLocks/>
          </p:cNvCxnSpPr>
          <p:nvPr/>
        </p:nvCxnSpPr>
        <p:spPr>
          <a:xfrm flipH="1">
            <a:off x="7394575" y="1925589"/>
            <a:ext cx="8286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074F715-BF0D-9D74-4660-4E0A3B559D3A}"/>
              </a:ext>
            </a:extLst>
          </p:cNvPr>
          <p:cNvCxnSpPr>
            <a:cxnSpLocks/>
          </p:cNvCxnSpPr>
          <p:nvPr/>
        </p:nvCxnSpPr>
        <p:spPr>
          <a:xfrm>
            <a:off x="6504664" y="2147651"/>
            <a:ext cx="1718586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62822DB-2649-B3B3-D19E-C3909A1D5146}"/>
              </a:ext>
            </a:extLst>
          </p:cNvPr>
          <p:cNvCxnSpPr/>
          <p:nvPr/>
        </p:nvCxnSpPr>
        <p:spPr>
          <a:xfrm>
            <a:off x="6530064" y="2485740"/>
            <a:ext cx="6064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9B10F32-63C0-DC8C-BE92-16F0479E38D2}"/>
              </a:ext>
            </a:extLst>
          </p:cNvPr>
          <p:cNvCxnSpPr>
            <a:cxnSpLocks/>
          </p:cNvCxnSpPr>
          <p:nvPr/>
        </p:nvCxnSpPr>
        <p:spPr>
          <a:xfrm flipH="1">
            <a:off x="7394575" y="2481214"/>
            <a:ext cx="8286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CEC781B-3D9D-2774-14EB-338727733437}"/>
              </a:ext>
            </a:extLst>
          </p:cNvPr>
          <p:cNvCxnSpPr>
            <a:cxnSpLocks/>
          </p:cNvCxnSpPr>
          <p:nvPr/>
        </p:nvCxnSpPr>
        <p:spPr>
          <a:xfrm>
            <a:off x="6504664" y="2706451"/>
            <a:ext cx="1718586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3CB8CD1-5C09-8732-16F9-D38AD650106C}"/>
              </a:ext>
            </a:extLst>
          </p:cNvPr>
          <p:cNvCxnSpPr>
            <a:cxnSpLocks/>
          </p:cNvCxnSpPr>
          <p:nvPr/>
        </p:nvCxnSpPr>
        <p:spPr>
          <a:xfrm>
            <a:off x="6615789" y="4389120"/>
            <a:ext cx="52070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4DADC8E-6D5A-F8CB-03B9-550965D52F74}"/>
              </a:ext>
            </a:extLst>
          </p:cNvPr>
          <p:cNvCxnSpPr>
            <a:cxnSpLocks/>
          </p:cNvCxnSpPr>
          <p:nvPr/>
        </p:nvCxnSpPr>
        <p:spPr>
          <a:xfrm flipH="1">
            <a:off x="7431764" y="4393565"/>
            <a:ext cx="79148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86C2FD1-FE13-6791-C20D-F1C4DA98E47A}"/>
              </a:ext>
            </a:extLst>
          </p:cNvPr>
          <p:cNvCxnSpPr>
            <a:cxnSpLocks/>
          </p:cNvCxnSpPr>
          <p:nvPr/>
        </p:nvCxnSpPr>
        <p:spPr>
          <a:xfrm>
            <a:off x="7308237" y="4836876"/>
            <a:ext cx="915013" cy="0"/>
          </a:xfrm>
          <a:prstGeom prst="straightConnector1">
            <a:avLst/>
          </a:prstGeom>
          <a:ln w="12700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283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29F38-436E-3B10-7C76-8B646E9A6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8BCF6EA-3593-345E-841F-8C4FB286B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0183906" cy="68413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470199A-382A-CBD4-89E6-39F8B8959513}"/>
              </a:ext>
            </a:extLst>
          </p:cNvPr>
          <p:cNvSpPr/>
          <p:nvPr/>
        </p:nvSpPr>
        <p:spPr>
          <a:xfrm>
            <a:off x="590080" y="656307"/>
            <a:ext cx="403545" cy="274771"/>
          </a:xfrm>
          <a:prstGeom prst="rect">
            <a:avLst/>
          </a:prstGeom>
          <a:solidFill>
            <a:srgbClr val="00B05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95A363-F707-3938-FF73-1B673625E372}"/>
              </a:ext>
            </a:extLst>
          </p:cNvPr>
          <p:cNvSpPr/>
          <p:nvPr/>
        </p:nvSpPr>
        <p:spPr>
          <a:xfrm>
            <a:off x="3796244" y="703131"/>
            <a:ext cx="551281" cy="330108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F761B0-4379-82EB-D81D-0AAB7D6C22A1}"/>
              </a:ext>
            </a:extLst>
          </p:cNvPr>
          <p:cNvSpPr/>
          <p:nvPr/>
        </p:nvSpPr>
        <p:spPr>
          <a:xfrm>
            <a:off x="2102127" y="1564877"/>
            <a:ext cx="629119" cy="544817"/>
          </a:xfrm>
          <a:prstGeom prst="rect">
            <a:avLst/>
          </a:prstGeom>
          <a:solidFill>
            <a:srgbClr val="00B05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1C5CE8-F742-181C-941D-89A69D35BE56}"/>
              </a:ext>
            </a:extLst>
          </p:cNvPr>
          <p:cNvSpPr/>
          <p:nvPr/>
        </p:nvSpPr>
        <p:spPr>
          <a:xfrm>
            <a:off x="2168942" y="4169210"/>
            <a:ext cx="562304" cy="306303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0BC3D0-C486-5433-2A45-48977CA110EC}"/>
              </a:ext>
            </a:extLst>
          </p:cNvPr>
          <p:cNvSpPr/>
          <p:nvPr/>
        </p:nvSpPr>
        <p:spPr>
          <a:xfrm>
            <a:off x="528629" y="5501799"/>
            <a:ext cx="403545" cy="184648"/>
          </a:xfrm>
          <a:prstGeom prst="rect">
            <a:avLst/>
          </a:prstGeom>
          <a:solidFill>
            <a:srgbClr val="00B05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FBD79E-3C24-0D28-EB5A-DFD4A45F51D3}"/>
              </a:ext>
            </a:extLst>
          </p:cNvPr>
          <p:cNvSpPr/>
          <p:nvPr/>
        </p:nvSpPr>
        <p:spPr>
          <a:xfrm>
            <a:off x="3870111" y="5546622"/>
            <a:ext cx="325371" cy="139825"/>
          </a:xfrm>
          <a:prstGeom prst="rect">
            <a:avLst/>
          </a:prstGeom>
          <a:solidFill>
            <a:srgbClr val="00B05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516FFD-64B8-2D2B-C36F-C1C0EF62F915}"/>
              </a:ext>
            </a:extLst>
          </p:cNvPr>
          <p:cNvSpPr/>
          <p:nvPr/>
        </p:nvSpPr>
        <p:spPr>
          <a:xfrm>
            <a:off x="6388847" y="1744961"/>
            <a:ext cx="714187" cy="651604"/>
          </a:xfrm>
          <a:prstGeom prst="rect">
            <a:avLst/>
          </a:prstGeom>
          <a:solidFill>
            <a:srgbClr val="00B05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8CB5DA-AEA0-83F7-352F-556212EF698B}"/>
              </a:ext>
            </a:extLst>
          </p:cNvPr>
          <p:cNvSpPr/>
          <p:nvPr/>
        </p:nvSpPr>
        <p:spPr>
          <a:xfrm>
            <a:off x="6342395" y="4369112"/>
            <a:ext cx="638123" cy="459876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C80E99-5D8F-E6A3-BD1A-1F60AE576062}"/>
              </a:ext>
            </a:extLst>
          </p:cNvPr>
          <p:cNvSpPr/>
          <p:nvPr/>
        </p:nvSpPr>
        <p:spPr>
          <a:xfrm>
            <a:off x="8143769" y="382343"/>
            <a:ext cx="505011" cy="460758"/>
          </a:xfrm>
          <a:prstGeom prst="rect">
            <a:avLst/>
          </a:prstGeom>
          <a:solidFill>
            <a:srgbClr val="00B05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27D9C7-4775-D7AC-9A81-B434D543CF91}"/>
              </a:ext>
            </a:extLst>
          </p:cNvPr>
          <p:cNvSpPr/>
          <p:nvPr/>
        </p:nvSpPr>
        <p:spPr>
          <a:xfrm>
            <a:off x="5133685" y="517865"/>
            <a:ext cx="361813" cy="330108"/>
          </a:xfrm>
          <a:prstGeom prst="rect">
            <a:avLst/>
          </a:prstGeom>
          <a:solidFill>
            <a:srgbClr val="FF000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674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E65E6-84B0-042A-9946-C8EA49199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48FA31E-3466-B5B9-5FEE-4293E871F5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0183906" cy="684133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3558EC7-92AA-CA91-D436-7F2B18C9A4D3}"/>
              </a:ext>
            </a:extLst>
          </p:cNvPr>
          <p:cNvSpPr/>
          <p:nvPr/>
        </p:nvSpPr>
        <p:spPr>
          <a:xfrm>
            <a:off x="590080" y="656307"/>
            <a:ext cx="403545" cy="27477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81627E-C2C7-F79E-EBAC-1A30897376B6}"/>
              </a:ext>
            </a:extLst>
          </p:cNvPr>
          <p:cNvSpPr/>
          <p:nvPr/>
        </p:nvSpPr>
        <p:spPr>
          <a:xfrm>
            <a:off x="3796244" y="703131"/>
            <a:ext cx="551281" cy="3301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84E47E6-309D-F0B8-22A9-521043B878BD}"/>
              </a:ext>
            </a:extLst>
          </p:cNvPr>
          <p:cNvSpPr/>
          <p:nvPr/>
        </p:nvSpPr>
        <p:spPr>
          <a:xfrm>
            <a:off x="2102127" y="1564877"/>
            <a:ext cx="629119" cy="54481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36B217-61C6-EEF0-8B35-AF1221355DBC}"/>
              </a:ext>
            </a:extLst>
          </p:cNvPr>
          <p:cNvSpPr/>
          <p:nvPr/>
        </p:nvSpPr>
        <p:spPr>
          <a:xfrm>
            <a:off x="2168942" y="4169210"/>
            <a:ext cx="562304" cy="30630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77676D-5B6D-69AD-E1AC-6BD1E053F412}"/>
              </a:ext>
            </a:extLst>
          </p:cNvPr>
          <p:cNvSpPr/>
          <p:nvPr/>
        </p:nvSpPr>
        <p:spPr>
          <a:xfrm>
            <a:off x="528629" y="5501799"/>
            <a:ext cx="403545" cy="1846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E454A7-A33E-B00A-9D79-6316CBF8A281}"/>
              </a:ext>
            </a:extLst>
          </p:cNvPr>
          <p:cNvSpPr/>
          <p:nvPr/>
        </p:nvSpPr>
        <p:spPr>
          <a:xfrm>
            <a:off x="3870111" y="5546622"/>
            <a:ext cx="325371" cy="13982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696844-B59A-D74B-9A10-A61B367305D8}"/>
              </a:ext>
            </a:extLst>
          </p:cNvPr>
          <p:cNvSpPr/>
          <p:nvPr/>
        </p:nvSpPr>
        <p:spPr>
          <a:xfrm>
            <a:off x="6388847" y="1744961"/>
            <a:ext cx="714187" cy="6516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7F586A2-3747-1EDA-02D8-053803CE34C5}"/>
              </a:ext>
            </a:extLst>
          </p:cNvPr>
          <p:cNvSpPr/>
          <p:nvPr/>
        </p:nvSpPr>
        <p:spPr>
          <a:xfrm>
            <a:off x="6342395" y="4369112"/>
            <a:ext cx="638123" cy="45987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97D96D-0037-D2B8-F881-82FFFFB499C7}"/>
              </a:ext>
            </a:extLst>
          </p:cNvPr>
          <p:cNvSpPr/>
          <p:nvPr/>
        </p:nvSpPr>
        <p:spPr>
          <a:xfrm>
            <a:off x="8143769" y="382343"/>
            <a:ext cx="505011" cy="4607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67B5CD-23FA-35A3-AFC0-AE5208B628A0}"/>
              </a:ext>
            </a:extLst>
          </p:cNvPr>
          <p:cNvSpPr/>
          <p:nvPr/>
        </p:nvSpPr>
        <p:spPr>
          <a:xfrm>
            <a:off x="5133685" y="517865"/>
            <a:ext cx="361813" cy="33010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508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0EF40-59FF-2B36-0F11-1CE058FE6B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799B2A1-65B1-CF39-AAE9-1847C9780D95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626806" y="1439877"/>
            <a:ext cx="7772400" cy="380523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ED0A081-638E-41D9-BF09-ABC438BC98FD}"/>
              </a:ext>
            </a:extLst>
          </p:cNvPr>
          <p:cNvSpPr/>
          <p:nvPr/>
        </p:nvSpPr>
        <p:spPr>
          <a:xfrm>
            <a:off x="1455174" y="3146323"/>
            <a:ext cx="1848465" cy="158299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824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2429</TotalTime>
  <Words>197</Words>
  <Application>Microsoft Macintosh PowerPoint</Application>
  <PresentationFormat>Widescreen</PresentationFormat>
  <Paragraphs>14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Besch</dc:creator>
  <cp:lastModifiedBy>Alex Besch</cp:lastModifiedBy>
  <cp:revision>24</cp:revision>
  <dcterms:created xsi:type="dcterms:W3CDTF">2024-12-15T20:14:18Z</dcterms:created>
  <dcterms:modified xsi:type="dcterms:W3CDTF">2024-12-24T02:47:51Z</dcterms:modified>
</cp:coreProperties>
</file>